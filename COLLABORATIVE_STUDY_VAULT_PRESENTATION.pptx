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COLLABORATIVE STUDY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Details:</a:t>
            </a:r>
          </a:p>
          <a:p>
            <a:r>
              <a:t>DINGARI VIKRAM (24EG105K19)</a:t>
            </a:r>
          </a:p>
          <a:p/>
          <a:p>
            <a:r>
              <a:t>Project Guide:</a:t>
            </a:r>
          </a:p>
          <a:p>
            <a:r>
              <a:t>[Guide Name]</a:t>
            </a:r>
          </a:p>
          <a:p>
            <a:r>
              <a:t>[Designation]</a:t>
            </a:r>
          </a:p>
          <a:p/>
          <a:p>
            <a:r>
              <a:t>Department of Computer Science and Engineering</a:t>
            </a:r>
          </a:p>
          <a:p>
            <a:r>
              <a:t>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</a:p>
          <a:p>
            <a:pPr>
              <a:defRPr sz="1400"/>
            </a:pPr>
            <a:r>
              <a:t>1. Introduction</a:t>
            </a:r>
          </a:p>
          <a:p>
            <a:pPr>
              <a:defRPr sz="1400"/>
            </a:pPr>
            <a:r>
              <a:t>2. Problem Statement</a:t>
            </a:r>
          </a:p>
          <a:p>
            <a:pPr>
              <a:defRPr sz="1400"/>
            </a:pPr>
            <a:r>
              <a:t>3. Objectives</a:t>
            </a:r>
          </a:p>
          <a:p>
            <a:pPr>
              <a:defRPr sz="1400"/>
            </a:pPr>
            <a:r>
              <a:t>4. Scope of the Project</a:t>
            </a:r>
          </a:p>
          <a:p>
            <a:pPr>
              <a:defRPr sz="1400"/>
            </a:pPr>
            <a:r>
              <a:t>5. Existing System</a:t>
            </a:r>
          </a:p>
          <a:p>
            <a:pPr>
              <a:defRPr sz="1400"/>
            </a:pPr>
            <a:r>
              <a:t>6. Proposed System</a:t>
            </a:r>
          </a:p>
          <a:p>
            <a:pPr>
              <a:defRPr sz="1400"/>
            </a:pPr>
            <a:r>
              <a:t>7. Software &amp; Hardware Requirements</a:t>
            </a:r>
          </a:p>
          <a:p>
            <a:pPr>
              <a:defRPr sz="1400"/>
            </a:pPr>
            <a:r>
              <a:t>8. System Design</a:t>
            </a:r>
          </a:p>
          <a:p>
            <a:pPr>
              <a:defRPr sz="1400"/>
            </a:pPr>
            <a:r>
              <a:t>9. Flowchart &amp; Algorithm</a:t>
            </a:r>
          </a:p>
          <a:p>
            <a:pPr>
              <a:defRPr sz="1400"/>
            </a:pPr>
            <a:r>
              <a:t>10. Modules Description</a:t>
            </a:r>
          </a:p>
          <a:p>
            <a:pPr>
              <a:defRPr sz="1400"/>
            </a:pPr>
            <a:r>
              <a:t>11. Results / Output Screens</a:t>
            </a:r>
          </a:p>
          <a:p>
            <a:pPr>
              <a:defRPr sz="1400"/>
            </a:pPr>
            <a:r>
              <a:t>12. Advantages &amp; Limitations</a:t>
            </a:r>
          </a:p>
          <a:p>
            <a:pPr>
              <a:defRPr sz="1400"/>
            </a:pPr>
            <a:r>
              <a:t>13. Internship &amp; Learning Outcomes</a:t>
            </a:r>
          </a:p>
          <a:p>
            <a:pPr>
              <a:defRPr sz="1400"/>
            </a:pPr>
            <a:r>
              <a:t>14. Conclusion</a:t>
            </a:r>
          </a:p>
          <a:p>
            <a:pPr>
              <a:defRPr sz="1400"/>
            </a:pPr>
            <a: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rapid advancement of technology has transformed education, but study tools remain fragmented.</a:t>
            </a:r>
          </a:p>
          <a:p>
            <a:r>
              <a:t>• Students constantly switch between Notion (notes), Miro (whiteboards), and Quizlet (flashcards).</a:t>
            </a:r>
          </a:p>
          <a:p>
            <a:r>
              <a:t>• This context-switching increases cognitive load and reduces study efficiency.</a:t>
            </a:r>
          </a:p>
          <a:p>
            <a:r>
              <a:t>• Collaborative Study Vault is an all-in-one web platform designed to eliminate this fragmentation by integrating notes, live whiteboards, chat, and AI (Google Gemini).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Platform Fragmentation: Students juggle 5-7 different apps per session.</a:t>
            </a:r>
          </a:p>
          <a:p>
            <a:r>
              <a:t>• Manual Effort: Creating quizzes and flashcards from notes is time-consuming.</a:t>
            </a:r>
          </a:p>
          <a:p>
            <a:r>
              <a:t>• Eye Strain: Most platforms default to bright white interfaces.</a:t>
            </a:r>
          </a:p>
          <a:p>
            <a:r>
              <a:t>• Security Risks: Many platforms use insecure localStorage for JWTs.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a MERN-stack collaborative workspace in a single resizable window.</a:t>
            </a:r>
          </a:p>
          <a:p>
            <a:r>
              <a:t>• Implement a real-time collaborative HTML5 Canvas whiteboard via WebSockets.</a:t>
            </a:r>
          </a:p>
          <a:p>
            <a:r>
              <a:t>• Integrate Google Gemini 1.5 Flash AI to generate summaries, quizzes, and flashcards.</a:t>
            </a:r>
          </a:p>
          <a:p>
            <a:r>
              <a:t>• Engineer a secure system using HttpOnly JWT cookies and CSRF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user authentication, role-based access, and guest login.</a:t>
            </a:r>
          </a:p>
          <a:p>
            <a:r>
              <a:t>• Workspace management with alphanumeric invite codes.</a:t>
            </a:r>
          </a:p>
          <a:p>
            <a:r>
              <a:t>• Real-time collaborative note editing with pessimistic locking.</a:t>
            </a:r>
          </a:p>
          <a:p>
            <a:r>
              <a:t>• AI-assisted study features and whiteboard vision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Notion: Excellent for notes, but lacks an integrated live whiteboard and free AI quiz generation.</a:t>
            </a:r>
          </a:p>
          <a:p>
            <a:r>
              <a:t>• Miro: Great for whiteboarding, but lacks structured rich-text notes.</a:t>
            </a:r>
          </a:p>
          <a:p>
            <a:r>
              <a:t>• Quizlet: Good for flashcards, but disconnected from where the actual notes are written.</a:t>
            </a:r>
          </a:p>
          <a:p>
            <a:r>
              <a:t>• Disadvantages: Extreme cognitive fragmentation, expensive premium subscriptions for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unified platform where notes, whiteboard, and AI are side-by-side.</a:t>
            </a:r>
          </a:p>
          <a:p>
            <a:r>
              <a:t>• Powered by the MERN stack (MongoDB, Express, React, Node.js).</a:t>
            </a:r>
          </a:p>
          <a:p>
            <a:r>
              <a:t>• Deep Navy Glassmorphism UI designed to reduce eye strain.</a:t>
            </a:r>
          </a:p>
          <a:p>
            <a:r>
              <a:t>• Instant AI Active Recall: Convert any note to a 5-question quiz or 3D flashcards instantly via Gemini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Software &amp;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Software:</a:t>
            </a:r>
          </a:p>
          <a:p>
            <a:r>
              <a:t>  • Node.js, Express.js, React.js (Vite), MongoDB Atlas</a:t>
            </a:r>
          </a:p>
          <a:p>
            <a:r>
              <a:t>  • Socket.io (WebSockets), Google Gemini API</a:t>
            </a:r>
          </a:p>
          <a:p>
            <a:r>
              <a:t>Hardware:</a:t>
            </a:r>
          </a:p>
          <a:p>
            <a:r>
              <a:t>  • Intel i3 / AMD Ryzen 3 or higher</a:t>
            </a:r>
          </a:p>
          <a:p>
            <a:r>
              <a:t>  • 8 GB RAM, 20 GB Disk Space</a:t>
            </a:r>
          </a:p>
          <a:p>
            <a:r>
              <a:t>  • Minimum 10 Mbps broadband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System Design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Presentation Tier: React.js SPA managing UI and Socket.io clients.</a:t>
            </a:r>
          </a:p>
          <a:p>
            <a:r>
              <a:t>• Application Tier: Node/Express server handling REST APIs, CSRF validation, and WebSocket broadcasting.</a:t>
            </a:r>
          </a:p>
          <a:p>
            <a:r>
              <a:t>• Data Tier: MongoDB Atlas storing Users, Workspaces, Notes, and Stroke Vectors.</a:t>
            </a:r>
          </a:p>
        </p:txBody>
      </p:sp>
      <p:pic>
        <p:nvPicPr>
          <p:cNvPr id="4" name="Picture 3" descr="system_architecture_diagram_1782903778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 Module: JWT HttpOnly cookies, bcrypt hashing, guest accounts.</a:t>
            </a:r>
          </a:p>
          <a:p>
            <a:r>
              <a:t>• Workspace Module: Resizable 3-panel layout, invite codes, role management.</a:t>
            </a:r>
          </a:p>
          <a:p>
            <a:r>
              <a:t>• Whiteboard Module: HTML5 Canvas, stroke normalization, Socket.io sync.</a:t>
            </a:r>
          </a:p>
          <a:p>
            <a:r>
              <a:t>• AI Recall Module: Gemini Flash integration for summaries, quizzes, flashcards, and tutor chat.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11a. Results: Landing Page</a:t>
            </a:r>
          </a:p>
        </p:txBody>
      </p:sp>
      <p:pic>
        <p:nvPicPr>
          <p:cNvPr id="3" name="Picture 2" descr="home_page_17829000289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776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11b. Results: 3-Panel Workspace</a:t>
            </a:r>
          </a:p>
        </p:txBody>
      </p:sp>
      <p:pic>
        <p:nvPicPr>
          <p:cNvPr id="3" name="Picture 2" descr="workspace_page_1782900140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77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11c. Results: Whiteboard &amp; AI</a:t>
            </a:r>
          </a:p>
        </p:txBody>
      </p:sp>
      <p:pic>
        <p:nvPicPr>
          <p:cNvPr id="3" name="Picture 2" descr="workspace_whiteboard_17829001599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776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  • Eliminates context-switching; dark-mode reduces eye strain.</a:t>
            </a:r>
          </a:p>
          <a:p>
            <a:r>
              <a:t>  • AI drastically reduces time taken to create study aids.</a:t>
            </a:r>
          </a:p>
          <a:p>
            <a:r>
              <a:t>Limitations:</a:t>
            </a:r>
          </a:p>
          <a:p>
            <a:r>
              <a:t>  • AI features depend heavily on a valid Google Gemini API key.</a:t>
            </a:r>
          </a:p>
          <a:p>
            <a:r>
              <a:t>  • No offline mode (requires constant internet connection).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Internship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Objectives: Gain hands-on experience in full-stack web development (MERN).</a:t>
            </a:r>
          </a:p>
          <a:p>
            <a:r>
              <a:t>• Work Carried Out: Designed UI/UX, built backend REST APIs, integrated WebSockets and AI.</a:t>
            </a:r>
          </a:p>
          <a:p>
            <a:r>
              <a:t>• Tech Learning: Mastered React hooks, Socket.io rooms, MongoDB schemas, and API rate-limiting.</a:t>
            </a:r>
          </a:p>
          <a:p>
            <a:r>
              <a:t>• Challenges: Normalizing whiteboard coordinates across different screen sizes and managing CSRF securely.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WebRTC for real-time audio and video conferencing in study rooms.</a:t>
            </a:r>
          </a:p>
          <a:p>
            <a:r>
              <a:t>• Implement CRDTs (like Yjs) for true simultaneous multi-cursor note editing.</a:t>
            </a:r>
          </a:p>
          <a:p>
            <a:r>
              <a:t>• Develop an offline-capable Progressive Web App (PWA).</a:t>
            </a:r>
          </a:p>
          <a:p>
            <a:r>
              <a:t>• Add an AI-driven Spaced Repetition scheduling algorithm for flashcards.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Collaborative Study Vault successfully unifies critical study tools into a single, cohesive, highly secure workspace.</a:t>
            </a:r>
          </a:p>
          <a:p>
            <a:r>
              <a:t>• By combining the real-time capabilities of the MERN stack with the generative power of Gemini AI, it provides a differentiated and highly effective learning environment.</a:t>
            </a:r>
          </a:p>
          <a:p>
            <a:r>
              <a:t>• The project demonstrates the immense potential of modern web technologies to solve practical educational challenges.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React.js Official Documentation (react.dev)</a:t>
            </a:r>
          </a:p>
          <a:p>
            <a:r>
              <a:t>• Express.js and Node.js API Reference</a:t>
            </a:r>
          </a:p>
          <a:p>
            <a:r>
              <a:t>• Google Gemini API Documentation (ai.google.dev)</a:t>
            </a:r>
          </a:p>
          <a:p>
            <a:r>
              <a:t>• Socket.io Documentation for WebSockets</a:t>
            </a:r>
          </a:p>
          <a:p>
            <a:r>
              <a:t>• MDN Web Docs: HTML5 Canvas API</a:t>
            </a:r>
          </a:p>
          <a:p>
            <a:r>
              <a:t>• OWASP Cross-Site Request Forgery Prevention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