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52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341">
          <p15:clr>
            <a:srgbClr val="747775"/>
          </p15:clr>
        </p15:guide>
      </p15:sldGuideLst>
    </p:ext>
    <p:ext uri="GoogleSlidesCustomDataVersion2">
      <go:slidesCustomData xmlns:go="http://customooxmlschemas.google.com/" r:id="rId9" roundtripDataSignature="AMtx7mhHrbkIkvXodWRhyB5fEswEz3Dm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52" orient="horz"/>
        <p:guide pos="2880"/>
        <p:guide pos="341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2339eb39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2339eb39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body"/>
          </p:nvPr>
        </p:nvSpPr>
        <p:spPr>
          <a:xfrm>
            <a:off x="457200" y="120015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1187450" lvl="0" marL="457200" algn="l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SzPts val="15100"/>
              <a:buChar char="•"/>
              <a:defRPr/>
            </a:lvl1pPr>
            <a:lvl2pPr indent="-1066800" lvl="1" marL="91440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SzPts val="13200"/>
              <a:buChar char="–"/>
              <a:defRPr/>
            </a:lvl2pPr>
            <a:lvl3pPr indent="-946150" lvl="2" marL="13716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SzPts val="11300"/>
              <a:buChar char="•"/>
              <a:defRPr/>
            </a:lvl3pPr>
            <a:lvl4pPr indent="-825500" lvl="3" marL="18288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–"/>
              <a:defRPr/>
            </a:lvl4pPr>
            <a:lvl5pPr indent="-825500" lvl="4" marL="22860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»"/>
              <a:defRPr/>
            </a:lvl5pPr>
            <a:lvl6pPr indent="-825500" lvl="5" marL="27432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•"/>
              <a:defRPr/>
            </a:lvl6pPr>
            <a:lvl7pPr indent="-825500" lvl="6" marL="32004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•"/>
              <a:defRPr/>
            </a:lvl7pPr>
            <a:lvl8pPr indent="-825500" lvl="7" marL="36576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•"/>
              <a:defRPr/>
            </a:lvl8pPr>
            <a:lvl9pPr indent="-825500" lvl="8" marL="41148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•"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457200" y="1200152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1066800" lvl="0" marL="457200" algn="l">
              <a:lnSpc>
                <a:spcPct val="10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3200"/>
              <a:buChar char="•"/>
              <a:defRPr sz="2900"/>
            </a:lvl1pPr>
            <a:lvl2pPr indent="-946150" lvl="1" marL="9144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dk1"/>
              </a:buClr>
              <a:buSzPts val="11300"/>
              <a:buChar char="–"/>
              <a:defRPr sz="2500"/>
            </a:lvl2pPr>
            <a:lvl3pPr indent="-825500" lvl="2" marL="13716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3pPr>
            <a:lvl4pPr indent="-768350" lvl="3" marL="18288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–"/>
              <a:defRPr sz="1900"/>
            </a:lvl4pPr>
            <a:lvl5pPr indent="-768350" lvl="4" marL="22860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»"/>
              <a:defRPr sz="1900"/>
            </a:lvl5pPr>
            <a:lvl6pPr indent="-768350" lvl="5" marL="27432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6pPr>
            <a:lvl7pPr indent="-768350" lvl="6" marL="32004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7pPr>
            <a:lvl8pPr indent="-768350" lvl="7" marL="36576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8pPr>
            <a:lvl9pPr indent="-768350" lvl="8" marL="41148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9pPr>
          </a:lstStyle>
          <a:p/>
        </p:txBody>
      </p:sp>
      <p:sp>
        <p:nvSpPr>
          <p:cNvPr id="20" name="Google Shape;20;p21"/>
          <p:cNvSpPr txBox="1"/>
          <p:nvPr>
            <p:ph idx="2" type="body"/>
          </p:nvPr>
        </p:nvSpPr>
        <p:spPr>
          <a:xfrm>
            <a:off x="4648200" y="1200152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1066800" lvl="0" marL="457200" algn="l">
              <a:lnSpc>
                <a:spcPct val="10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3200"/>
              <a:buChar char="•"/>
              <a:defRPr sz="2900"/>
            </a:lvl1pPr>
            <a:lvl2pPr indent="-946150" lvl="1" marL="9144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dk1"/>
              </a:buClr>
              <a:buSzPts val="11300"/>
              <a:buChar char="–"/>
              <a:defRPr sz="2500"/>
            </a:lvl2pPr>
            <a:lvl3pPr indent="-825500" lvl="2" marL="13716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3pPr>
            <a:lvl4pPr indent="-768350" lvl="3" marL="18288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–"/>
              <a:defRPr sz="1900"/>
            </a:lvl4pPr>
            <a:lvl5pPr indent="-768350" lvl="4" marL="22860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»"/>
              <a:defRPr sz="1900"/>
            </a:lvl5pPr>
            <a:lvl6pPr indent="-768350" lvl="5" marL="27432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6pPr>
            <a:lvl7pPr indent="-768350" lvl="6" marL="32004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7pPr>
            <a:lvl8pPr indent="-768350" lvl="7" marL="36576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8pPr>
            <a:lvl9pPr indent="-768350" lvl="8" marL="41148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9pPr>
          </a:lstStyle>
          <a:p/>
        </p:txBody>
      </p:sp>
      <p:sp>
        <p:nvSpPr>
          <p:cNvPr id="21" name="Google Shape;21;p21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7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" type="body"/>
          </p:nvPr>
        </p:nvSpPr>
        <p:spPr>
          <a:xfrm>
            <a:off x="457200" y="1151335"/>
            <a:ext cx="4040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7025" lIns="94100" spcFirstLastPara="1" rIns="94100" wrap="square" tIns="470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dk1"/>
              </a:buClr>
              <a:buSzPts val="11300"/>
              <a:buNone/>
              <a:defRPr b="1" sz="2500"/>
            </a:lvl1pPr>
            <a:lvl2pPr indent="-228600" lvl="1" marL="9144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None/>
              <a:defRPr b="1" sz="2100"/>
            </a:lvl2pPr>
            <a:lvl3pPr indent="-228600" lvl="2" marL="13716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b="1" sz="1900"/>
            </a:lvl3pPr>
            <a:lvl4pPr indent="-228600" lvl="3" marL="1828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9pPr>
          </a:lstStyle>
          <a:p/>
        </p:txBody>
      </p:sp>
      <p:sp>
        <p:nvSpPr>
          <p:cNvPr id="27" name="Google Shape;27;p22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946150" lvl="0" marL="4572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2500"/>
            </a:lvl1pPr>
            <a:lvl2pPr indent="-825500" lvl="1" marL="9144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2100"/>
            </a:lvl2pPr>
            <a:lvl3pPr indent="-768350" lvl="2" marL="13716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3pPr>
            <a:lvl4pPr indent="-704850" lvl="3" marL="1828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–"/>
              <a:defRPr sz="1600"/>
            </a:lvl4pPr>
            <a:lvl5pPr indent="-704850" lvl="4" marL="22860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»"/>
              <a:defRPr sz="1600"/>
            </a:lvl5pPr>
            <a:lvl6pPr indent="-704850" lvl="5" marL="27432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6pPr>
            <a:lvl7pPr indent="-704850" lvl="6" marL="32004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7pPr>
            <a:lvl8pPr indent="-704850" lvl="7" marL="36576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8pPr>
            <a:lvl9pPr indent="-704850" lvl="8" marL="4114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9pPr>
          </a:lstStyle>
          <a:p/>
        </p:txBody>
      </p:sp>
      <p:sp>
        <p:nvSpPr>
          <p:cNvPr id="28" name="Google Shape;28;p22"/>
          <p:cNvSpPr txBox="1"/>
          <p:nvPr>
            <p:ph idx="3" type="body"/>
          </p:nvPr>
        </p:nvSpPr>
        <p:spPr>
          <a:xfrm>
            <a:off x="4645026" y="1151335"/>
            <a:ext cx="4041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7025" lIns="94100" spcFirstLastPara="1" rIns="94100" wrap="square" tIns="470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dk1"/>
              </a:buClr>
              <a:buSzPts val="11300"/>
              <a:buNone/>
              <a:defRPr b="1" sz="2500"/>
            </a:lvl1pPr>
            <a:lvl2pPr indent="-228600" lvl="1" marL="9144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None/>
              <a:defRPr b="1" sz="2100"/>
            </a:lvl2pPr>
            <a:lvl3pPr indent="-228600" lvl="2" marL="13716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b="1" sz="1900"/>
            </a:lvl3pPr>
            <a:lvl4pPr indent="-228600" lvl="3" marL="1828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9pPr>
          </a:lstStyle>
          <a:p/>
        </p:txBody>
      </p:sp>
      <p:sp>
        <p:nvSpPr>
          <p:cNvPr id="29" name="Google Shape;29;p22"/>
          <p:cNvSpPr txBox="1"/>
          <p:nvPr>
            <p:ph idx="4" type="body"/>
          </p:nvPr>
        </p:nvSpPr>
        <p:spPr>
          <a:xfrm>
            <a:off x="4645026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946150" lvl="0" marL="4572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2500"/>
            </a:lvl1pPr>
            <a:lvl2pPr indent="-825500" lvl="1" marL="9144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2100"/>
            </a:lvl2pPr>
            <a:lvl3pPr indent="-768350" lvl="2" marL="13716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3pPr>
            <a:lvl4pPr indent="-704850" lvl="3" marL="1828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–"/>
              <a:defRPr sz="1600"/>
            </a:lvl4pPr>
            <a:lvl5pPr indent="-704850" lvl="4" marL="22860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»"/>
              <a:defRPr sz="1600"/>
            </a:lvl5pPr>
            <a:lvl6pPr indent="-704850" lvl="5" marL="27432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6pPr>
            <a:lvl7pPr indent="-704850" lvl="6" marL="32004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7pPr>
            <a:lvl8pPr indent="-704850" lvl="7" marL="36576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8pPr>
            <a:lvl9pPr indent="-704850" lvl="8" marL="4114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57202" y="204788"/>
            <a:ext cx="3008400" cy="87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Calibri"/>
              <a:buNone/>
              <a:defRPr b="1"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3575051" y="204789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1187450" lvl="0" marL="45720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15100"/>
              <a:buChar char="•"/>
              <a:defRPr sz="3300"/>
            </a:lvl1pPr>
            <a:lvl2pPr indent="-1066800" lvl="1" marL="914400" algn="l">
              <a:lnSpc>
                <a:spcPct val="10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3200"/>
              <a:buChar char="–"/>
              <a:defRPr sz="2900"/>
            </a:lvl2pPr>
            <a:lvl3pPr indent="-946150" lvl="2" marL="13716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2500"/>
            </a:lvl3pPr>
            <a:lvl4pPr indent="-825500" lvl="3" marL="18288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2100"/>
            </a:lvl4pPr>
            <a:lvl5pPr indent="-825500" lvl="4" marL="22860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»"/>
              <a:defRPr sz="2100"/>
            </a:lvl5pPr>
            <a:lvl6pPr indent="-825500" lvl="5" marL="27432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6pPr>
            <a:lvl7pPr indent="-825500" lvl="6" marL="32004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7pPr>
            <a:lvl8pPr indent="-825500" lvl="7" marL="36576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8pPr>
            <a:lvl9pPr indent="-825500" lvl="8" marL="41148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457202" y="1076326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9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6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1792289" y="3600452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Calibri"/>
              <a:buNone/>
              <a:defRPr b="1"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/>
          <p:nvPr>
            <p:ph idx="2" type="pic"/>
          </p:nvPr>
        </p:nvSpPr>
        <p:spPr>
          <a:xfrm>
            <a:off x="1792289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24"/>
          <p:cNvSpPr txBox="1"/>
          <p:nvPr>
            <p:ph idx="1" type="body"/>
          </p:nvPr>
        </p:nvSpPr>
        <p:spPr>
          <a:xfrm>
            <a:off x="1792289" y="4025505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9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6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9pPr>
          </a:lstStyle>
          <a:p/>
        </p:txBody>
      </p:sp>
      <p:sp>
        <p:nvSpPr>
          <p:cNvPr id="44" name="Google Shape;44;p24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45" name="Google Shape;45;p24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" type="body"/>
          </p:nvPr>
        </p:nvSpPr>
        <p:spPr>
          <a:xfrm rot="5400000">
            <a:off x="2874751" y="-1217399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 txBox="1"/>
          <p:nvPr>
            <p:ph type="title"/>
          </p:nvPr>
        </p:nvSpPr>
        <p:spPr>
          <a:xfrm rot="5400000">
            <a:off x="5463751" y="1371630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1" type="body"/>
          </p:nvPr>
        </p:nvSpPr>
        <p:spPr>
          <a:xfrm rot="5400000">
            <a:off x="1272750" y="-609570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700"/>
              <a:buFont typeface="Calibri"/>
              <a:buNone/>
              <a:defRPr b="0" i="0" sz="20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20015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1187450" lvl="0" marL="457200" marR="0" rtl="0" algn="l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Clr>
                <a:schemeClr val="dk1"/>
              </a:buClr>
              <a:buSzPts val="15100"/>
              <a:buFont typeface="Arial"/>
              <a:buChar char="•"/>
              <a:defRPr b="0" i="0" sz="15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66800" lvl="1" marL="914400" marR="0" rtl="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/>
              <a:buChar char="–"/>
              <a:defRPr b="0" i="0" sz="1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946150" lvl="2" marL="1371600" marR="0" rtl="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Font typeface="Arial"/>
              <a:buChar char="•"/>
              <a:defRPr b="0" i="0" sz="1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25500" lvl="3" marL="18288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–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25500" lvl="4" marL="22860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»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25500" lvl="5" marL="27432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5500" lvl="6" marL="32004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25500" lvl="7" marL="36576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25500" lvl="8" marL="41148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idx="1" type="body"/>
          </p:nvPr>
        </p:nvSpPr>
        <p:spPr>
          <a:xfrm>
            <a:off x="642938" y="2196703"/>
            <a:ext cx="7815262" cy="2661047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SzPts val="15100"/>
              <a:buNone/>
            </a:pPr>
            <a:r>
              <a:t/>
            </a:r>
            <a:endParaRPr/>
          </a:p>
          <a:p>
            <a:pPr indent="501650" lvl="0" marL="457200" rtl="0" algn="l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SzPts val="15100"/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3415004" y="3219941"/>
            <a:ext cx="4572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6" name="Google Shape;66;p2"/>
          <p:cNvSpPr txBox="1"/>
          <p:nvPr>
            <p:ph type="title"/>
          </p:nvPr>
        </p:nvSpPr>
        <p:spPr>
          <a:xfrm>
            <a:off x="138224" y="694236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700"/>
              <a:buNone/>
            </a:pPr>
            <a:r>
              <a:rPr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PROJECT </a:t>
            </a:r>
            <a:r>
              <a:rPr lang="en-US" sz="3600">
                <a:latin typeface="Bookman Old Style"/>
                <a:ea typeface="Bookman Old Style"/>
                <a:cs typeface="Bookman Old Style"/>
                <a:sym typeface="Bookman Old Style"/>
              </a:rPr>
              <a:t>TITLE</a:t>
            </a:r>
            <a:endParaRPr/>
          </a:p>
        </p:txBody>
      </p:sp>
      <p:sp>
        <p:nvSpPr>
          <p:cNvPr id="67" name="Google Shape;67;p2"/>
          <p:cNvSpPr txBox="1"/>
          <p:nvPr/>
        </p:nvSpPr>
        <p:spPr>
          <a:xfrm>
            <a:off x="267767" y="3265616"/>
            <a:ext cx="2064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Bookman Old Style"/>
                <a:ea typeface="Bookman Old Style"/>
                <a:cs typeface="Bookman Old Style"/>
                <a:sym typeface="Bookman Old Style"/>
              </a:rPr>
              <a:t>Student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Details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NAME(HTNO)</a:t>
            </a:r>
            <a:endParaRPr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 txBox="1"/>
          <p:nvPr/>
        </p:nvSpPr>
        <p:spPr>
          <a:xfrm>
            <a:off x="5470632" y="3239550"/>
            <a:ext cx="2070599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Project Guide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Name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Designation</a:t>
            </a:r>
            <a:endParaRPr/>
          </a:p>
        </p:txBody>
      </p:sp>
      <p:sp>
        <p:nvSpPr>
          <p:cNvPr id="69" name="Google Shape;69;p2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Computer Science and Engineering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Bookman Old Style"/>
                <a:ea typeface="Bookman Old Style"/>
                <a:cs typeface="Bookman Old Style"/>
                <a:sym typeface="Bookman Old Style"/>
              </a:rPr>
              <a:t>‹#›</a:t>
            </a:fld>
            <a:endParaRPr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415004" y="3219941"/>
            <a:ext cx="4572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77" name="Google Shape;77;p3"/>
          <p:cNvSpPr txBox="1"/>
          <p:nvPr>
            <p:ph type="title"/>
          </p:nvPr>
        </p:nvSpPr>
        <p:spPr>
          <a:xfrm>
            <a:off x="1053736" y="541342"/>
            <a:ext cx="6117300" cy="62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700"/>
              <a:buNone/>
            </a:pPr>
            <a:r>
              <a:rPr lang="en-US" sz="1600"/>
              <a:t>Index</a:t>
            </a:r>
            <a:endParaRPr sz="1600"/>
          </a:p>
        </p:txBody>
      </p:sp>
      <p:sp>
        <p:nvSpPr>
          <p:cNvPr id="78" name="Google Shape;78;p3"/>
          <p:cNvSpPr txBox="1"/>
          <p:nvPr/>
        </p:nvSpPr>
        <p:spPr>
          <a:xfrm>
            <a:off x="457195" y="1102121"/>
            <a:ext cx="6656100" cy="46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 of the Project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&amp; Hardware Requirements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Design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Flowchart &amp; Algorithm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 Description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/ Output Screens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&amp; Limitations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Enhancements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79" name="Google Shape;79;p3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Computer Science and Engineering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339eb39d_0_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6" name="Google Shape;86;g3f2339eb39d_0_6"/>
          <p:cNvSpPr txBox="1"/>
          <p:nvPr>
            <p:ph idx="1" type="body"/>
          </p:nvPr>
        </p:nvSpPr>
        <p:spPr>
          <a:xfrm>
            <a:off x="457200" y="1200152"/>
            <a:ext cx="8229600" cy="3394500"/>
          </a:xfrm>
          <a:prstGeom prst="rect">
            <a:avLst/>
          </a:prstGeom>
        </p:spPr>
        <p:txBody>
          <a:bodyPr anchorCtr="0" anchor="t" bIns="47025" lIns="94100" spcFirstLastPara="1" rIns="94100" wrap="square" tIns="47025">
            <a:no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internship objectives,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work carried out,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technical learning outcomes,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challenges faced,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 relevance to the academic curriculum.</a:t>
            </a:r>
            <a:endParaRPr sz="1600"/>
          </a:p>
        </p:txBody>
      </p:sp>
      <p:sp>
        <p:nvSpPr>
          <p:cNvPr id="87" name="Google Shape;87;g3f2339eb39d_0_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Raj</dc:creator>
</cp:coreProperties>
</file>